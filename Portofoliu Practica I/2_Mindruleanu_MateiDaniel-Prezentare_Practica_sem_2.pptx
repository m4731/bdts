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8" r:id="rId6"/>
    <p:sldId id="270" r:id="rId7"/>
    <p:sldId id="274" r:id="rId8"/>
    <p:sldId id="275" r:id="rId9"/>
    <p:sldId id="276" r:id="rId10"/>
    <p:sldId id="278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41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6/17/2025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6/17/2025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6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6/17/2025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2325" y="1447801"/>
            <a:ext cx="8825658" cy="1705946"/>
          </a:xfrm>
        </p:spPr>
        <p:txBody>
          <a:bodyPr>
            <a:normAutofit/>
          </a:bodyPr>
          <a:lstStyle/>
          <a:p>
            <a:pPr algn="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Portofoliu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practic</a:t>
            </a: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013789"/>
            <a:ext cx="8825658" cy="2396410"/>
          </a:xfrm>
        </p:spPr>
        <p:txBody>
          <a:bodyPr>
            <a:normAutofit/>
          </a:bodyPr>
          <a:lstStyle/>
          <a:p>
            <a:pPr algn="r"/>
            <a:r>
              <a:rPr lang="ro-RO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Matei Daniel Mîndruleanu</a:t>
            </a:r>
          </a:p>
          <a:p>
            <a:pPr algn="r"/>
            <a:r>
              <a:rPr lang="ro-RO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Anul 1 BDTS-IFR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2024-2025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C844E-822E-C6F9-9F72-61B3ABCE4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81560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Informații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F6CA5-5F58-0079-4477-4BF16E6C7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46246"/>
            <a:ext cx="8946541" cy="4802154"/>
          </a:xfrm>
        </p:spPr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Instituția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ASSA ABLOY Opening Solutions Romania SRL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</a:t>
            </a: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ția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Analist Intern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Perioadă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24.03.2025 – 26.05.2025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344</a:t>
            </a:r>
          </a:p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Coordonator/Tutore: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Mihai Cojocaru (IT Manager)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Domeniu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date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tehnologii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</a:t>
            </a:r>
          </a:p>
        </p:txBody>
      </p:sp>
    </p:spTree>
    <p:extLst>
      <p:ext uri="{BB962C8B-B14F-4D97-AF65-F5344CB8AC3E}">
        <p14:creationId xmlns:p14="http://schemas.microsoft.com/office/powerpoint/2010/main" val="891086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C844E-822E-C6F9-9F72-61B3ABCE4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81560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stagiului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practică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F6CA5-5F58-0079-4477-4BF16E6C7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46246"/>
            <a:ext cx="8946541" cy="4802154"/>
          </a:xfrm>
        </p:spPr>
        <p:txBody>
          <a:bodyPr/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Aplicarea cunoștințelor teoretice în proiecte reale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competențelor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precum Python, SQL, Power Platform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Familiarizarea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instrumente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fluxuri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enterprise</a:t>
            </a:r>
          </a:p>
          <a:p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Colaborarea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-un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mediu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profesional real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Dobândirea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experiență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practică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implicarea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activități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automatizare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Apps,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fluxuri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Platform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administrare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date SQL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11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DCB2-B6FA-98B7-583C-325ADDC93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645367"/>
            <a:ext cx="3401064" cy="516294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Automatizare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B5067-0D64-D7FB-6BD5-6C6D30846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3021" y="581446"/>
            <a:ext cx="4610742" cy="87552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fragmente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cod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B9BC8C-3299-BFC8-6F36-B66314C18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5" y="1309810"/>
            <a:ext cx="3401063" cy="2895599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Activitate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script Python care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BI cu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Xibo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afișaje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Observații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Scriptul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afișarea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 pe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ecrane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TV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am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utomatizare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cu Selenium,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gestionare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capturi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 Power BI,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folosirea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fișierelor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.env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securitate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upload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fișiere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SFTP,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excepțiilor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întârzierilor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modulară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codului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7119E7-5AA3-4F41-3F58-BEA34A126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021" y="1203086"/>
            <a:ext cx="4610743" cy="19624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ED187D-C219-30B1-4853-CFD032581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021" y="3263204"/>
            <a:ext cx="4182059" cy="11526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C7F860-5388-77A0-3110-F4B16BFAB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021" y="4513584"/>
            <a:ext cx="4496427" cy="18671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577D7E-920A-EA82-6B71-EFEFC0293E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75" y="4018215"/>
            <a:ext cx="4696480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839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DCB2-B6FA-98B7-583C-325ADDC93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987" y="2362393"/>
            <a:ext cx="3715626" cy="516294"/>
          </a:xfrm>
        </p:spPr>
        <p:txBody>
          <a:bodyPr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B5067-0D64-D7FB-6BD5-6C6D30846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4317" y="581446"/>
            <a:ext cx="4270039" cy="875522"/>
          </a:xfrm>
        </p:spPr>
        <p:txBody>
          <a:bodyPr/>
          <a:lstStyle/>
          <a:p>
            <a:pPr marL="0" indent="0" algn="ctr">
              <a:buNone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 pagini din aplicație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B9BC8C-3299-BFC8-6F36-B66314C18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0269" y="2908333"/>
            <a:ext cx="3401063" cy="1855700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Activitate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Dezvoltare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aplicații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low-code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Observații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platformei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Apps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context real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am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interfețelor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intuitive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naliza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avantajelor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limitărilor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aplicațiilor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low-code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2E55B0-E9BE-7A71-2AEC-900B7374C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317" y="1161661"/>
            <a:ext cx="4270039" cy="24014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B92B95-210E-AEC3-5C5C-B405FF0F3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317" y="3836183"/>
            <a:ext cx="4270039" cy="242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56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DCB2-B6FA-98B7-583C-325ADDC93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325" y="1673128"/>
            <a:ext cx="3401064" cy="728364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Platform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Automatizare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fluxuri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B5067-0D64-D7FB-6BD5-6C6D30846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3021" y="581446"/>
            <a:ext cx="3988808" cy="875522"/>
          </a:xfrm>
        </p:spPr>
        <p:txBody>
          <a:bodyPr/>
          <a:lstStyle/>
          <a:p>
            <a:pPr marL="0" indent="0" algn="ctr">
              <a:buNone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Exemplu flux PowerAutomate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B9BC8C-3299-BFC8-6F36-B66314C18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5" y="2606766"/>
            <a:ext cx="3401063" cy="1899921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Activitate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Automatizare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low-code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Observații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flux Power Automate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migrarea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datelor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am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enterprise low-code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p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rocesarea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automatizat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A8C5BF-9AF1-9696-869C-975CE64D1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021" y="1752935"/>
            <a:ext cx="3901775" cy="4378496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588A145-80C0-BF8F-E342-04E9F21267E3}"/>
              </a:ext>
            </a:extLst>
          </p:cNvPr>
          <p:cNvSpPr txBox="1">
            <a:spLocks/>
          </p:cNvSpPr>
          <p:nvPr/>
        </p:nvSpPr>
        <p:spPr>
          <a:xfrm>
            <a:off x="6293295" y="1172385"/>
            <a:ext cx="2801226" cy="56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Scriptul ia date din sharepoint și le stochează în baza de date SQL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466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DCB2-B6FA-98B7-583C-325ADDC93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077" y="2185111"/>
            <a:ext cx="4189445" cy="516294"/>
          </a:xfrm>
        </p:spPr>
        <p:txBody>
          <a:bodyPr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Administrare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date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B5067-0D64-D7FB-6BD5-6C6D30846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6244" y="2985796"/>
            <a:ext cx="4270039" cy="10639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Scripturile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din p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ăcate sunt confidențiale..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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B9BC8C-3299-BFC8-6F36-B66314C18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0269" y="2908332"/>
            <a:ext cx="3401063" cy="2242165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Activitate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Optimizare proceduri stocate în SQL Server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Observații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Experiență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practică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Server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am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îmbunătățirea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procedurilor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naliza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avantajelor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limitărilor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aplicațiilor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low-code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64617FC-679A-3E87-824F-5DCC0E453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Tehnici de dezvoltare a interogărilor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656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bstract design">
            <a:extLst>
              <a:ext uri="{FF2B5EF4-FFF2-40B4-BE49-F238E27FC236}">
                <a16:creationId xmlns:a16="http://schemas.microsoft.com/office/drawing/2014/main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Mulțumesc!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336E726C-3DE4-41AA-88A0-C92B0C341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MATEI.MINDRULEANU@S.UNIBUC.RO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10767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67</TotalTime>
  <Words>336</Words>
  <Application>Microsoft Office PowerPoint</Application>
  <PresentationFormat>Widescreen</PresentationFormat>
  <Paragraphs>43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Century Gothic</vt:lpstr>
      <vt:lpstr>Times New Roman</vt:lpstr>
      <vt:lpstr>Wingdings 3</vt:lpstr>
      <vt:lpstr>Ion</vt:lpstr>
      <vt:lpstr>Portofoliu - practică</vt:lpstr>
      <vt:lpstr>Informații generale</vt:lpstr>
      <vt:lpstr>Obiectivele stagiului de practică</vt:lpstr>
      <vt:lpstr>Automatizare Python</vt:lpstr>
      <vt:lpstr>Dezvoltare Power Apps</vt:lpstr>
      <vt:lpstr>Power Platform Automatizare fluxuri</vt:lpstr>
      <vt:lpstr>Administrare baze de date SQL</vt:lpstr>
      <vt:lpstr>Mulțumesc!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MATEI DANIEL MINDRULEANU</dc:creator>
  <cp:lastModifiedBy>MATEI DANIEL MINDRULEANU</cp:lastModifiedBy>
  <cp:revision>2</cp:revision>
  <dcterms:created xsi:type="dcterms:W3CDTF">2025-06-14T09:53:24Z</dcterms:created>
  <dcterms:modified xsi:type="dcterms:W3CDTF">2025-06-16T21:39:28Z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